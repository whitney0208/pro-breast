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7"/>
  </p:notesMasterIdLst>
  <p:sldIdLst>
    <p:sldId id="259" r:id="rId2"/>
    <p:sldId id="256" r:id="rId3"/>
    <p:sldId id="257" r:id="rId4"/>
    <p:sldId id="258" r:id="rId5"/>
    <p:sldId id="260" r:id="rId6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66"/>
    <p:restoredTop sz="94710"/>
  </p:normalViewPr>
  <p:slideViewPr>
    <p:cSldViewPr snapToGrid="0">
      <p:cViewPr>
        <p:scale>
          <a:sx n="108" d="100"/>
          <a:sy n="108" d="100"/>
        </p:scale>
        <p:origin x="2656" y="-10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9F1993-7317-0E4D-8C61-B49C4816788E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71713" y="1143000"/>
            <a:ext cx="23145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E4C0E3-4DC9-F743-859B-67C745DE45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6497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哪个study的data</a:t>
            </a:r>
            <a:r>
              <a:rPr lang="zh-CN" altLang="en-US" dirty="0"/>
              <a:t> 第二个图数据一共有几人  数据一共多少 哪几个</a:t>
            </a:r>
            <a:r>
              <a:rPr lang="en-US" altLang="zh-CN" dirty="0"/>
              <a:t>study</a:t>
            </a:r>
            <a:r>
              <a:rPr lang="zh-CN" altLang="en-US" dirty="0"/>
              <a:t> 什么</a:t>
            </a:r>
            <a:r>
              <a:rPr lang="en-US" altLang="zh-CN" dirty="0"/>
              <a:t>statistic</a:t>
            </a:r>
            <a:r>
              <a:rPr lang="zh-CN" altLang="en-US" dirty="0"/>
              <a:t> </a:t>
            </a:r>
            <a:r>
              <a:rPr lang="en-US" altLang="zh-CN" dirty="0"/>
              <a:t>method</a:t>
            </a:r>
            <a:r>
              <a:rPr lang="zh-CN" altLang="en-US" dirty="0"/>
              <a:t>（模型是什么）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4C0E3-4DC9-F743-859B-67C745DE45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413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</a:t>
            </a:r>
            <a:r>
              <a:rPr lang="zh-CN" altLang="en-US" dirty="0"/>
              <a:t> 截到</a:t>
            </a:r>
            <a:r>
              <a:rPr lang="en-US" altLang="zh-CN" dirty="0"/>
              <a:t>300</a:t>
            </a:r>
            <a:r>
              <a:rPr lang="zh-CN" altLang="en-US" dirty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E4C0E3-4DC9-F743-859B-67C745DE450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753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4897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162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82000"/>
                  </a:schemeClr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82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82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423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32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1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45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805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69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3560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672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0B0770-A6EF-EF48-9F0E-0AF610CE5592}" type="datetimeFigureOut">
              <a:rPr lang="en-US" smtClean="0"/>
              <a:t>9/23/25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4CA1B4-FC6F-054B-B445-DBE6847C8B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1487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tif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A499A5-AC5F-D1EF-40D9-DFCEFB62A8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540" y="2644807"/>
            <a:ext cx="9352119" cy="793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3102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E8BB81-98FB-6B48-D0C7-56D6A7168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795" y="6400800"/>
            <a:ext cx="7429611" cy="590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AB18DA-C1A2-0F0B-3FA0-841CE3D78303}"/>
              </a:ext>
            </a:extLst>
          </p:cNvPr>
          <p:cNvSpPr txBox="1"/>
          <p:nvPr/>
        </p:nvSpPr>
        <p:spPr>
          <a:xfrm>
            <a:off x="252248" y="1054296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79927A-6005-3AC7-6A9B-7F41703C1244}"/>
              </a:ext>
            </a:extLst>
          </p:cNvPr>
          <p:cNvSpPr txBox="1"/>
          <p:nvPr/>
        </p:nvSpPr>
        <p:spPr>
          <a:xfrm>
            <a:off x="75181" y="6085399"/>
            <a:ext cx="4800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(b)</a:t>
            </a:r>
          </a:p>
        </p:txBody>
      </p:sp>
      <p:pic>
        <p:nvPicPr>
          <p:cNvPr id="23" name="Picture 22" descr="A diagram of pain in the stomach&#10;&#10;Description automatically generated with medium confidence">
            <a:extLst>
              <a:ext uri="{FF2B5EF4-FFF2-40B4-BE49-F238E27FC236}">
                <a16:creationId xmlns:a16="http://schemas.microsoft.com/office/drawing/2014/main" id="{2DF99FD6-E4DA-3ABE-2E29-26DB2A4797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67" t="494"/>
          <a:stretch/>
        </p:blipFill>
        <p:spPr>
          <a:xfrm>
            <a:off x="75181" y="1447935"/>
            <a:ext cx="9526019" cy="4705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39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 shot of a graph&#10;&#10;Description automatically generated">
            <a:extLst>
              <a:ext uri="{FF2B5EF4-FFF2-40B4-BE49-F238E27FC236}">
                <a16:creationId xmlns:a16="http://schemas.microsoft.com/office/drawing/2014/main" id="{1842BD87-EA73-FDB4-658D-00BC604A2F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16288"/>
            <a:ext cx="5608983" cy="4006416"/>
          </a:xfrm>
          <a:prstGeom prst="rect">
            <a:avLst/>
          </a:prstGeom>
        </p:spPr>
      </p:pic>
      <p:pic>
        <p:nvPicPr>
          <p:cNvPr id="6" name="Picture 5" descr="A screenshot of a graph&#10;&#10;Description automatically generated">
            <a:extLst>
              <a:ext uri="{FF2B5EF4-FFF2-40B4-BE49-F238E27FC236}">
                <a16:creationId xmlns:a16="http://schemas.microsoft.com/office/drawing/2014/main" id="{54224AAB-E9A6-6BC3-44C7-1CDA517DC4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4216288"/>
            <a:ext cx="5608982" cy="4006416"/>
          </a:xfrm>
          <a:prstGeom prst="rect">
            <a:avLst/>
          </a:prstGeom>
        </p:spPr>
      </p:pic>
      <p:pic>
        <p:nvPicPr>
          <p:cNvPr id="8" name="Picture 7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91DDCCD6-607C-692D-8F25-AF9EF5CE9F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8415130"/>
            <a:ext cx="5608981" cy="4006416"/>
          </a:xfrm>
          <a:prstGeom prst="rect">
            <a:avLst/>
          </a:prstGeom>
        </p:spPr>
      </p:pic>
      <p:pic>
        <p:nvPicPr>
          <p:cNvPr id="10" name="Picture 9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270939D3-1BFD-60F5-79AE-8AE2DAEFEE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8415130"/>
            <a:ext cx="5608982" cy="40064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7418B5C-8030-B1EE-12BE-36BEE8A6FD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0417" y="114817"/>
            <a:ext cx="8017565" cy="410147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8E02641-7E65-8249-98F8-E12547E72D0A}"/>
              </a:ext>
            </a:extLst>
          </p:cNvPr>
          <p:cNvSpPr txBox="1"/>
          <p:nvPr/>
        </p:nvSpPr>
        <p:spPr>
          <a:xfrm>
            <a:off x="331761" y="0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15" name="TextBox 5">
            <a:extLst>
              <a:ext uri="{FF2B5EF4-FFF2-40B4-BE49-F238E27FC236}">
                <a16:creationId xmlns:a16="http://schemas.microsoft.com/office/drawing/2014/main" id="{97AB18DA-C1A2-0F0B-3FA0-841CE3D78303}"/>
              </a:ext>
            </a:extLst>
          </p:cNvPr>
          <p:cNvSpPr txBox="1"/>
          <p:nvPr/>
        </p:nvSpPr>
        <p:spPr>
          <a:xfrm>
            <a:off x="331760" y="4216287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(b)</a:t>
            </a:r>
          </a:p>
        </p:txBody>
      </p:sp>
      <p:sp>
        <p:nvSpPr>
          <p:cNvPr id="16" name="TextBox 5">
            <a:extLst>
              <a:ext uri="{FF2B5EF4-FFF2-40B4-BE49-F238E27FC236}">
                <a16:creationId xmlns:a16="http://schemas.microsoft.com/office/drawing/2014/main" id="{97AB18DA-C1A2-0F0B-3FA0-841CE3D78303}"/>
              </a:ext>
            </a:extLst>
          </p:cNvPr>
          <p:cNvSpPr txBox="1"/>
          <p:nvPr/>
        </p:nvSpPr>
        <p:spPr>
          <a:xfrm>
            <a:off x="5132361" y="4216288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(c)</a:t>
            </a:r>
          </a:p>
        </p:txBody>
      </p:sp>
      <p:sp>
        <p:nvSpPr>
          <p:cNvPr id="17" name="TextBox 5">
            <a:extLst>
              <a:ext uri="{FF2B5EF4-FFF2-40B4-BE49-F238E27FC236}">
                <a16:creationId xmlns:a16="http://schemas.microsoft.com/office/drawing/2014/main" id="{97AB18DA-C1A2-0F0B-3FA0-841CE3D78303}"/>
              </a:ext>
            </a:extLst>
          </p:cNvPr>
          <p:cNvSpPr txBox="1"/>
          <p:nvPr/>
        </p:nvSpPr>
        <p:spPr>
          <a:xfrm>
            <a:off x="331761" y="8415130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(d)</a:t>
            </a:r>
          </a:p>
        </p:txBody>
      </p:sp>
      <p:sp>
        <p:nvSpPr>
          <p:cNvPr id="18" name="TextBox 5">
            <a:extLst>
              <a:ext uri="{FF2B5EF4-FFF2-40B4-BE49-F238E27FC236}">
                <a16:creationId xmlns:a16="http://schemas.microsoft.com/office/drawing/2014/main" id="{97AB18DA-C1A2-0F0B-3FA0-841CE3D78303}"/>
              </a:ext>
            </a:extLst>
          </p:cNvPr>
          <p:cNvSpPr txBox="1"/>
          <p:nvPr/>
        </p:nvSpPr>
        <p:spPr>
          <a:xfrm>
            <a:off x="5132361" y="8415130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(e)</a:t>
            </a:r>
          </a:p>
        </p:txBody>
      </p:sp>
    </p:spTree>
    <p:extLst>
      <p:ext uri="{BB962C8B-B14F-4D97-AF65-F5344CB8AC3E}">
        <p14:creationId xmlns:p14="http://schemas.microsoft.com/office/powerpoint/2010/main" val="1613510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58DA07-6E76-A654-9762-F5EAB1E48A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8612" y="0"/>
            <a:ext cx="7023482" cy="41540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03675C-59DC-0600-5A48-66C39A0AFB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693" y="4474810"/>
            <a:ext cx="3761494" cy="3851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99CDD6-BBE0-6277-6360-E79C5D1DE2B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8587" y="4474810"/>
            <a:ext cx="3761494" cy="385197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13F6107-CFA3-469E-6281-E0E78233096A}"/>
              </a:ext>
            </a:extLst>
          </p:cNvPr>
          <p:cNvSpPr txBox="1"/>
          <p:nvPr/>
        </p:nvSpPr>
        <p:spPr>
          <a:xfrm>
            <a:off x="1121838" y="216131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(a)</a:t>
            </a:r>
          </a:p>
        </p:txBody>
      </p:sp>
      <p:sp>
        <p:nvSpPr>
          <p:cNvPr id="11" name="TextBox 13">
            <a:extLst>
              <a:ext uri="{FF2B5EF4-FFF2-40B4-BE49-F238E27FC236}">
                <a16:creationId xmlns:a16="http://schemas.microsoft.com/office/drawing/2014/main" id="{D8E02641-7E65-8249-98F8-E12547E72D0A}"/>
              </a:ext>
            </a:extLst>
          </p:cNvPr>
          <p:cNvSpPr txBox="1"/>
          <p:nvPr/>
        </p:nvSpPr>
        <p:spPr>
          <a:xfrm>
            <a:off x="159919" y="4474810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(b)</a:t>
            </a:r>
          </a:p>
        </p:txBody>
      </p:sp>
      <p:sp>
        <p:nvSpPr>
          <p:cNvPr id="12" name="TextBox 13">
            <a:extLst>
              <a:ext uri="{FF2B5EF4-FFF2-40B4-BE49-F238E27FC236}">
                <a16:creationId xmlns:a16="http://schemas.microsoft.com/office/drawing/2014/main" id="{D8E02641-7E65-8249-98F8-E12547E72D0A}"/>
              </a:ext>
            </a:extLst>
          </p:cNvPr>
          <p:cNvSpPr txBox="1"/>
          <p:nvPr/>
        </p:nvSpPr>
        <p:spPr>
          <a:xfrm>
            <a:off x="4491813" y="4477373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(c)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D8E02641-7E65-8249-98F8-E12547E72D0A}"/>
              </a:ext>
            </a:extLst>
          </p:cNvPr>
          <p:cNvSpPr txBox="1"/>
          <p:nvPr/>
        </p:nvSpPr>
        <p:spPr>
          <a:xfrm>
            <a:off x="288291" y="8878364"/>
            <a:ext cx="8335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(d)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7BFA63-71A9-C549-E345-2271E5EF6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7903" y="8326787"/>
            <a:ext cx="7305394" cy="447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33964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26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709</TotalTime>
  <Words>66</Words>
  <Application>Microsoft Macintosh PowerPoint</Application>
  <PresentationFormat>A3 Paper (297x420 mm)</PresentationFormat>
  <Paragraphs>15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Wang, Wanbing</dc:creator>
  <cp:lastModifiedBy>Wang, Wanbing</cp:lastModifiedBy>
  <cp:revision>10</cp:revision>
  <dcterms:created xsi:type="dcterms:W3CDTF">2025-09-22T17:55:25Z</dcterms:created>
  <dcterms:modified xsi:type="dcterms:W3CDTF">2025-09-23T19:29:55Z</dcterms:modified>
</cp:coreProperties>
</file>