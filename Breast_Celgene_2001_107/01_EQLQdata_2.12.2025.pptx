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61" r:id="rId3"/>
    <p:sldId id="262" r:id="rId4"/>
    <p:sldId id="263" r:id="rId5"/>
    <p:sldId id="256" r:id="rId6"/>
    <p:sldId id="257" r:id="rId7"/>
    <p:sldId id="258" r:id="rId8"/>
    <p:sldId id="259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005AEF-FCFD-4CEC-870E-472430182D7D}" v="2" dt="2025-02-12T13:56:54.9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2129" y="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ou, Jiawei" userId="c6efbb5b-c9de-43d0-a270-b0b4d47d305d" providerId="ADAL" clId="{93005AEF-FCFD-4CEC-870E-472430182D7D}"/>
    <pc:docChg chg="custSel addSld delSld modSld">
      <pc:chgData name="Zhou, Jiawei" userId="c6efbb5b-c9de-43d0-a270-b0b4d47d305d" providerId="ADAL" clId="{93005AEF-FCFD-4CEC-870E-472430182D7D}" dt="2025-02-12T16:16:42.395" v="3298" actId="20577"/>
      <pc:docMkLst>
        <pc:docMk/>
      </pc:docMkLst>
      <pc:sldChg chg="modSp new mod">
        <pc:chgData name="Zhou, Jiawei" userId="c6efbb5b-c9de-43d0-a270-b0b4d47d305d" providerId="ADAL" clId="{93005AEF-FCFD-4CEC-870E-472430182D7D}" dt="2025-02-12T13:50:16.860" v="76" actId="20577"/>
        <pc:sldMkLst>
          <pc:docMk/>
          <pc:sldMk cId="4266821636" sldId="256"/>
        </pc:sldMkLst>
        <pc:spChg chg="mod">
          <ac:chgData name="Zhou, Jiawei" userId="c6efbb5b-c9de-43d0-a270-b0b4d47d305d" providerId="ADAL" clId="{93005AEF-FCFD-4CEC-870E-472430182D7D}" dt="2025-02-12T13:50:10.729" v="65" actId="20577"/>
          <ac:spMkLst>
            <pc:docMk/>
            <pc:sldMk cId="4266821636" sldId="256"/>
            <ac:spMk id="2" creationId="{F171DDFF-8411-9302-6155-175E64DFD3E9}"/>
          </ac:spMkLst>
        </pc:spChg>
        <pc:spChg chg="mod">
          <ac:chgData name="Zhou, Jiawei" userId="c6efbb5b-c9de-43d0-a270-b0b4d47d305d" providerId="ADAL" clId="{93005AEF-FCFD-4CEC-870E-472430182D7D}" dt="2025-02-12T13:50:16.860" v="76" actId="20577"/>
          <ac:spMkLst>
            <pc:docMk/>
            <pc:sldMk cId="4266821636" sldId="256"/>
            <ac:spMk id="3" creationId="{46BDB6E5-3DDA-D1A9-EC19-BCDDFC95BD30}"/>
          </ac:spMkLst>
        </pc:spChg>
      </pc:sldChg>
      <pc:sldChg chg="modSp new mod">
        <pc:chgData name="Zhou, Jiawei" userId="c6efbb5b-c9de-43d0-a270-b0b4d47d305d" providerId="ADAL" clId="{93005AEF-FCFD-4CEC-870E-472430182D7D}" dt="2025-02-12T16:16:42.395" v="3298" actId="20577"/>
        <pc:sldMkLst>
          <pc:docMk/>
          <pc:sldMk cId="774085566" sldId="257"/>
        </pc:sldMkLst>
        <pc:spChg chg="mod">
          <ac:chgData name="Zhou, Jiawei" userId="c6efbb5b-c9de-43d0-a270-b0b4d47d305d" providerId="ADAL" clId="{93005AEF-FCFD-4CEC-870E-472430182D7D}" dt="2025-02-12T13:52:10.502" v="553" actId="20577"/>
          <ac:spMkLst>
            <pc:docMk/>
            <pc:sldMk cId="774085566" sldId="257"/>
            <ac:spMk id="2" creationId="{A0FC9A0A-1D8D-1F5D-814F-4CA505DE9083}"/>
          </ac:spMkLst>
        </pc:spChg>
        <pc:spChg chg="mod">
          <ac:chgData name="Zhou, Jiawei" userId="c6efbb5b-c9de-43d0-a270-b0b4d47d305d" providerId="ADAL" clId="{93005AEF-FCFD-4CEC-870E-472430182D7D}" dt="2025-02-12T16:16:42.395" v="3298" actId="20577"/>
          <ac:spMkLst>
            <pc:docMk/>
            <pc:sldMk cId="774085566" sldId="257"/>
            <ac:spMk id="3" creationId="{E17B01B4-B890-6AE6-BC20-B27E9F3AD8E2}"/>
          </ac:spMkLst>
        </pc:spChg>
      </pc:sldChg>
      <pc:sldChg chg="modSp new mod">
        <pc:chgData name="Zhou, Jiawei" userId="c6efbb5b-c9de-43d0-a270-b0b4d47d305d" providerId="ADAL" clId="{93005AEF-FCFD-4CEC-870E-472430182D7D}" dt="2025-02-12T14:04:47.135" v="2149" actId="20577"/>
        <pc:sldMkLst>
          <pc:docMk/>
          <pc:sldMk cId="2535069722" sldId="258"/>
        </pc:sldMkLst>
        <pc:spChg chg="mod">
          <ac:chgData name="Zhou, Jiawei" userId="c6efbb5b-c9de-43d0-a270-b0b4d47d305d" providerId="ADAL" clId="{93005AEF-FCFD-4CEC-870E-472430182D7D}" dt="2025-02-12T13:52:20.719" v="606" actId="20577"/>
          <ac:spMkLst>
            <pc:docMk/>
            <pc:sldMk cId="2535069722" sldId="258"/>
            <ac:spMk id="2" creationId="{91F85F2A-D414-1EBA-E0CD-2C025AFDE666}"/>
          </ac:spMkLst>
        </pc:spChg>
        <pc:spChg chg="mod">
          <ac:chgData name="Zhou, Jiawei" userId="c6efbb5b-c9de-43d0-a270-b0b4d47d305d" providerId="ADAL" clId="{93005AEF-FCFD-4CEC-870E-472430182D7D}" dt="2025-02-12T14:04:47.135" v="2149" actId="20577"/>
          <ac:spMkLst>
            <pc:docMk/>
            <pc:sldMk cId="2535069722" sldId="258"/>
            <ac:spMk id="3" creationId="{A2F34F1D-53D2-CDED-23C4-FE576DE64C2F}"/>
          </ac:spMkLst>
        </pc:spChg>
      </pc:sldChg>
      <pc:sldChg chg="modSp new mod">
        <pc:chgData name="Zhou, Jiawei" userId="c6efbb5b-c9de-43d0-a270-b0b4d47d305d" providerId="ADAL" clId="{93005AEF-FCFD-4CEC-870E-472430182D7D}" dt="2025-02-12T14:11:25.814" v="3168" actId="20577"/>
        <pc:sldMkLst>
          <pc:docMk/>
          <pc:sldMk cId="2763790457" sldId="259"/>
        </pc:sldMkLst>
        <pc:spChg chg="mod">
          <ac:chgData name="Zhou, Jiawei" userId="c6efbb5b-c9de-43d0-a270-b0b4d47d305d" providerId="ADAL" clId="{93005AEF-FCFD-4CEC-870E-472430182D7D}" dt="2025-02-12T13:56:06.504" v="1022" actId="20577"/>
          <ac:spMkLst>
            <pc:docMk/>
            <pc:sldMk cId="2763790457" sldId="259"/>
            <ac:spMk id="2" creationId="{7520B02E-7A9A-D3E1-466E-18326A0BA628}"/>
          </ac:spMkLst>
        </pc:spChg>
        <pc:spChg chg="mod">
          <ac:chgData name="Zhou, Jiawei" userId="c6efbb5b-c9de-43d0-a270-b0b4d47d305d" providerId="ADAL" clId="{93005AEF-FCFD-4CEC-870E-472430182D7D}" dt="2025-02-12T14:11:25.814" v="3168" actId="20577"/>
          <ac:spMkLst>
            <pc:docMk/>
            <pc:sldMk cId="2763790457" sldId="259"/>
            <ac:spMk id="3" creationId="{B4D6402A-E104-8A4E-EF3F-8CB29D359FDB}"/>
          </ac:spMkLst>
        </pc:spChg>
      </pc:sldChg>
      <pc:sldChg chg="modSp add mod">
        <pc:chgData name="Zhou, Jiawei" userId="c6efbb5b-c9de-43d0-a270-b0b4d47d305d" providerId="ADAL" clId="{93005AEF-FCFD-4CEC-870E-472430182D7D}" dt="2025-02-12T13:57:00.940" v="1066" actId="20577"/>
        <pc:sldMkLst>
          <pc:docMk/>
          <pc:sldMk cId="4160231078" sldId="260"/>
        </pc:sldMkLst>
        <pc:spChg chg="mod">
          <ac:chgData name="Zhou, Jiawei" userId="c6efbb5b-c9de-43d0-a270-b0b4d47d305d" providerId="ADAL" clId="{93005AEF-FCFD-4CEC-870E-472430182D7D}" dt="2025-02-12T13:57:00.940" v="1066" actId="20577"/>
          <ac:spMkLst>
            <pc:docMk/>
            <pc:sldMk cId="4160231078" sldId="260"/>
            <ac:spMk id="3" creationId="{A4615078-6D07-0B01-52D1-96B84A60AFE9}"/>
          </ac:spMkLst>
        </pc:spChg>
      </pc:sldChg>
      <pc:sldChg chg="add">
        <pc:chgData name="Zhou, Jiawei" userId="c6efbb5b-c9de-43d0-a270-b0b4d47d305d" providerId="ADAL" clId="{93005AEF-FCFD-4CEC-870E-472430182D7D}" dt="2025-02-12T13:56:43.890" v="1054"/>
        <pc:sldMkLst>
          <pc:docMk/>
          <pc:sldMk cId="1710721039" sldId="261"/>
        </pc:sldMkLst>
      </pc:sldChg>
      <pc:sldChg chg="new del">
        <pc:chgData name="Zhou, Jiawei" userId="c6efbb5b-c9de-43d0-a270-b0b4d47d305d" providerId="ADAL" clId="{93005AEF-FCFD-4CEC-870E-472430182D7D}" dt="2025-02-12T13:56:52.377" v="1056" actId="47"/>
        <pc:sldMkLst>
          <pc:docMk/>
          <pc:sldMk cId="712498491" sldId="262"/>
        </pc:sldMkLst>
      </pc:sldChg>
      <pc:sldChg chg="modSp add mod">
        <pc:chgData name="Zhou, Jiawei" userId="c6efbb5b-c9de-43d0-a270-b0b4d47d305d" providerId="ADAL" clId="{93005AEF-FCFD-4CEC-870E-472430182D7D}" dt="2025-02-12T13:57:14.138" v="1100" actId="20577"/>
        <pc:sldMkLst>
          <pc:docMk/>
          <pc:sldMk cId="2089977614" sldId="262"/>
        </pc:sldMkLst>
        <pc:spChg chg="mod">
          <ac:chgData name="Zhou, Jiawei" userId="c6efbb5b-c9de-43d0-a270-b0b4d47d305d" providerId="ADAL" clId="{93005AEF-FCFD-4CEC-870E-472430182D7D}" dt="2025-02-12T13:57:09.868" v="1091" actId="20577"/>
          <ac:spMkLst>
            <pc:docMk/>
            <pc:sldMk cId="2089977614" sldId="262"/>
            <ac:spMk id="2" creationId="{D4D927F3-8629-CB1B-2D01-34BB5D0F2C4A}"/>
          </ac:spMkLst>
        </pc:spChg>
        <pc:spChg chg="mod">
          <ac:chgData name="Zhou, Jiawei" userId="c6efbb5b-c9de-43d0-a270-b0b4d47d305d" providerId="ADAL" clId="{93005AEF-FCFD-4CEC-870E-472430182D7D}" dt="2025-02-12T13:57:14.138" v="1100" actId="20577"/>
          <ac:spMkLst>
            <pc:docMk/>
            <pc:sldMk cId="2089977614" sldId="262"/>
            <ac:spMk id="3" creationId="{2BA19608-1FB6-EF57-2B1F-B3792C3BDD8A}"/>
          </ac:spMkLst>
        </pc:spChg>
      </pc:sldChg>
      <pc:sldChg chg="modSp new mod">
        <pc:chgData name="Zhou, Jiawei" userId="c6efbb5b-c9de-43d0-a270-b0b4d47d305d" providerId="ADAL" clId="{93005AEF-FCFD-4CEC-870E-472430182D7D}" dt="2025-02-12T14:11:51.775" v="3182" actId="20577"/>
        <pc:sldMkLst>
          <pc:docMk/>
          <pc:sldMk cId="1985950920" sldId="263"/>
        </pc:sldMkLst>
        <pc:spChg chg="mod">
          <ac:chgData name="Zhou, Jiawei" userId="c6efbb5b-c9de-43d0-a270-b0b4d47d305d" providerId="ADAL" clId="{93005AEF-FCFD-4CEC-870E-472430182D7D}" dt="2025-02-12T13:57:22.315" v="1116" actId="20577"/>
          <ac:spMkLst>
            <pc:docMk/>
            <pc:sldMk cId="1985950920" sldId="263"/>
            <ac:spMk id="2" creationId="{785DC5AE-2D2C-E0E2-0360-767937757659}"/>
          </ac:spMkLst>
        </pc:spChg>
        <pc:spChg chg="mod">
          <ac:chgData name="Zhou, Jiawei" userId="c6efbb5b-c9de-43d0-a270-b0b4d47d305d" providerId="ADAL" clId="{93005AEF-FCFD-4CEC-870E-472430182D7D}" dt="2025-02-12T14:11:51.775" v="3182" actId="20577"/>
          <ac:spMkLst>
            <pc:docMk/>
            <pc:sldMk cId="1985950920" sldId="263"/>
            <ac:spMk id="3" creationId="{437C81FE-EFE0-55E1-4881-F7C9231BE9DA}"/>
          </ac:spMkLst>
        </pc:spChg>
      </pc:sldChg>
      <pc:sldChg chg="modSp new del mod">
        <pc:chgData name="Zhou, Jiawei" userId="c6efbb5b-c9de-43d0-a270-b0b4d47d305d" providerId="ADAL" clId="{93005AEF-FCFD-4CEC-870E-472430182D7D}" dt="2025-02-12T13:58:56.546" v="1575" actId="47"/>
        <pc:sldMkLst>
          <pc:docMk/>
          <pc:sldMk cId="378775872" sldId="264"/>
        </pc:sldMkLst>
        <pc:spChg chg="mod">
          <ac:chgData name="Zhou, Jiawei" userId="c6efbb5b-c9de-43d0-a270-b0b4d47d305d" providerId="ADAL" clId="{93005AEF-FCFD-4CEC-870E-472430182D7D}" dt="2025-02-12T13:58:54.204" v="1574" actId="20577"/>
          <ac:spMkLst>
            <pc:docMk/>
            <pc:sldMk cId="378775872" sldId="264"/>
            <ac:spMk id="2" creationId="{BE7DF281-83F2-85EC-20DC-9C1D01B66842}"/>
          </ac:spMkLst>
        </pc:spChg>
      </pc:sldChg>
      <pc:sldChg chg="modSp new mod">
        <pc:chgData name="Zhou, Jiawei" userId="c6efbb5b-c9de-43d0-a270-b0b4d47d305d" providerId="ADAL" clId="{93005AEF-FCFD-4CEC-870E-472430182D7D}" dt="2025-02-12T16:08:05.450" v="3224" actId="20577"/>
        <pc:sldMkLst>
          <pc:docMk/>
          <pc:sldMk cId="683697710" sldId="264"/>
        </pc:sldMkLst>
        <pc:spChg chg="mod">
          <ac:chgData name="Zhou, Jiawei" userId="c6efbb5b-c9de-43d0-a270-b0b4d47d305d" providerId="ADAL" clId="{93005AEF-FCFD-4CEC-870E-472430182D7D}" dt="2025-02-12T14:04:55.972" v="2154" actId="20577"/>
          <ac:spMkLst>
            <pc:docMk/>
            <pc:sldMk cId="683697710" sldId="264"/>
            <ac:spMk id="2" creationId="{C182A5CC-3EA8-3836-7167-F00A04DB21C7}"/>
          </ac:spMkLst>
        </pc:spChg>
        <pc:spChg chg="mod">
          <ac:chgData name="Zhou, Jiawei" userId="c6efbb5b-c9de-43d0-a270-b0b4d47d305d" providerId="ADAL" clId="{93005AEF-FCFD-4CEC-870E-472430182D7D}" dt="2025-02-12T16:08:05.450" v="3224" actId="20577"/>
          <ac:spMkLst>
            <pc:docMk/>
            <pc:sldMk cId="683697710" sldId="264"/>
            <ac:spMk id="3" creationId="{CEE49C7C-8703-4928-CC11-B6C7154236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A96DA9-DAC3-4B8C-96BB-DC406C842CA8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C2D68A-7CDC-4BCF-BCA8-F98E14C2DB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101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C2D68A-7CDC-4BCF-BCA8-F98E14C2DBC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79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D31A7-59B3-7F44-CE89-D95820E20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99F032-736E-8D8D-B0E8-B41E322E9D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8E3AD-446A-ED60-B873-F90A3EC9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5FCA-8B31-4C5E-B03B-6B3B2093A03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91037-9ACC-975F-2558-A722AC9A1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64DD-A970-099C-804C-573F378E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9154-011E-454F-B9CB-FC9780AAA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173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40ED7-2445-5693-53E5-5E2AED39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74E40-FBB5-5B5B-D17F-4D0EA0581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FBE2B-1274-D674-61E7-FF09C4FD5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5FCA-8B31-4C5E-B03B-6B3B2093A03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C4673-46D3-E314-2179-224F51479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132FF-9D1A-1FC6-744D-6E5E324EC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9154-011E-454F-B9CB-FC9780AAA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459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003D-AE2C-665D-2DC4-A4DBFCC79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ABD7F-1C28-F28A-0BCA-7BE683990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B5A74-CA67-EC8B-5865-654EAEEB0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5FCA-8B31-4C5E-B03B-6B3B2093A03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7C8D6-E605-7EA9-33D6-E0C48D39C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BD802D-18A7-FC2E-9B56-C54FA03D4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9154-011E-454F-B9CB-FC9780AAA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523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5284A-B8CD-7428-77CD-D058F6490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45676-293A-FF77-C267-F5AE25620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0EF05-29E2-03B1-57C0-15BBCA74FA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7537A-5AA8-F96B-F073-F711F71E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5FCA-8B31-4C5E-B03B-6B3B2093A03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6CFD79-8C33-8354-3C74-C6453B7A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411ABB-A654-C26E-5C68-95E895D9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9154-011E-454F-B9CB-FC9780AAA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58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4D467-12B5-384B-EAC5-B8CBAE23B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61E64E-4E50-DA85-42EE-6B3655243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15FC1B-81DC-4164-4F80-76DCD3845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49FED0-1751-5793-3250-B1F600D29C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809BD5-222D-7FB7-F16E-497F72515D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49E737-5A1B-C1A5-0B4A-159ABEC0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5FCA-8B31-4C5E-B03B-6B3B2093A03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EBB005-BD55-7FD4-613F-B09032ABF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98B94-B3AC-8C10-E9A4-EE6F26A3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9154-011E-454F-B9CB-FC9780AAA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596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F506A-EAA9-40D7-E15A-02F940F73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173155-DC64-AA19-9FF7-83F925B22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5FCA-8B31-4C5E-B03B-6B3B2093A03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BBBB53-BA77-8630-47D0-14E249E5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3A62D3-8EA6-C484-6215-58F23F075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9154-011E-454F-B9CB-FC9780AAA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0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14BF18-2B0E-DB3F-6B1D-B21F0FB35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5FCA-8B31-4C5E-B03B-6B3B2093A03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0BD46-903D-EB2C-B8B5-45B3BE1B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C3FEE-EAC9-6F69-E033-75CAFAC3F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9154-011E-454F-B9CB-FC9780AAA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026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790F8-791C-8E29-CCA9-5C69B5C01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50D28-6398-1393-6474-FA98CEF290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31661-98E6-991B-476A-931F287CF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6F64C1-DA15-7E27-2123-6D85FAD70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5FCA-8B31-4C5E-B03B-6B3B2093A03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3FE549-9FF5-CE8E-E211-E12B5CAF6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81930-FFCA-7B4D-1B9F-FB53DD66F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9154-011E-454F-B9CB-FC9780AAA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552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913AA-B48E-EAC6-02C2-F3EF14B58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B0D094-F4DF-07DE-4BE1-7CCF1B1CDC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3649-1B3D-3708-0A6D-A55F116FC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52EA64-63D7-C21A-5483-4D26101B6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5FCA-8B31-4C5E-B03B-6B3B2093A03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C2A96C-B249-6036-F693-5D745D26F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273B1-9C75-5CCE-427A-2DCA6E09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9154-011E-454F-B9CB-FC9780AAA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32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716E-810E-1071-0176-5EFEF5B8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CB1610-EB35-84D2-5CD9-B2DCA4E944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DD1FC-5763-DBFF-E87F-0DA3C82BC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5FCA-8B31-4C5E-B03B-6B3B2093A03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798DF-EE44-2222-C321-FA55B13C4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FB34D-8518-DA64-FF1F-2BAD2852F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9154-011E-454F-B9CB-FC9780AAA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81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51983B-5D43-502B-43DF-668D6A9C86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62DBF-FDC4-152B-B007-13BA008075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3AC62-E34C-3BF0-E8D8-5FBB1F60E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845FCA-8B31-4C5E-B03B-6B3B2093A03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288C7-456A-B145-7D6C-9B4252FC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F3E760-0530-D25A-AD38-ED76AB285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E9154-011E-454F-B9CB-FC9780AAA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262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4EB3EB-BF27-EA53-66B1-D59AE549A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B7520-5D16-3BD5-7335-1CAA77FF48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EC831-E6D0-506F-B507-BADC82D7F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45FCA-8B31-4C5E-B03B-6B3B2093A030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2BAB4-2292-3DF4-0BA0-0097EF54EB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49B99-3CC9-ADE5-5C9B-DF373D2A9C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2E9154-011E-454F-B9CB-FC9780AAAA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66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BF11D-4F9A-4081-994E-5A3F9C05E4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Zhou Lab Policy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615078-6D07-0B01-52D1-96B84A60AF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2/12/2025</a:t>
            </a:r>
          </a:p>
        </p:txBody>
      </p:sp>
    </p:spTree>
    <p:extLst>
      <p:ext uri="{BB962C8B-B14F-4D97-AF65-F5344CB8AC3E}">
        <p14:creationId xmlns:p14="http://schemas.microsoft.com/office/powerpoint/2010/main" val="4160231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87708-7A7F-A7DC-C062-7C55074E3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11310-153B-3CAE-74CC-C9373EFE2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2725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Confidential</a:t>
            </a:r>
          </a:p>
          <a:p>
            <a:pPr lvl="1"/>
            <a:r>
              <a:rPr lang="en-US" dirty="0"/>
              <a:t>Do Not Share Lab Materials Without Permission from PI.</a:t>
            </a:r>
          </a:p>
          <a:p>
            <a:pPr lvl="1"/>
            <a:r>
              <a:rPr lang="en-US" dirty="0"/>
              <a:t>Do Not Share Unpublished Work Without Permission from PI.</a:t>
            </a:r>
          </a:p>
          <a:p>
            <a:r>
              <a:rPr lang="en-US" dirty="0"/>
              <a:t>Be Professional </a:t>
            </a:r>
          </a:p>
          <a:p>
            <a:pPr lvl="1"/>
            <a:r>
              <a:rPr lang="en-US" dirty="0"/>
              <a:t>All lab members must maintain professionalism, respect colleagues, and adhere to ethical research practices.</a:t>
            </a:r>
          </a:p>
          <a:p>
            <a:r>
              <a:rPr lang="en-US" dirty="0"/>
              <a:t>Science Integrity</a:t>
            </a:r>
          </a:p>
          <a:p>
            <a:pPr lvl="1"/>
            <a:r>
              <a:rPr lang="en-US" dirty="0"/>
              <a:t>Maintain accurate and complete records of all experiments in designated lab notebooks or electronic systems.</a:t>
            </a:r>
          </a:p>
          <a:p>
            <a:pPr lvl="1"/>
            <a:r>
              <a:rPr lang="en-US" dirty="0"/>
              <a:t>Use software with proper license. Our lab has purchased most of the software – Do not distribute license to people outside our lab.</a:t>
            </a:r>
          </a:p>
          <a:p>
            <a:pPr lvl="1"/>
            <a:r>
              <a:rPr lang="en-US" dirty="0"/>
              <a:t>All data, results, and analyses must undergo quality checks (QC) and be reproducible.</a:t>
            </a:r>
          </a:p>
        </p:txBody>
      </p:sp>
    </p:spTree>
    <p:extLst>
      <p:ext uri="{BB962C8B-B14F-4D97-AF65-F5344CB8AC3E}">
        <p14:creationId xmlns:p14="http://schemas.microsoft.com/office/powerpoint/2010/main" val="1710721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03BA0-3DD3-0265-62AC-085020E9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927F3-8629-CB1B-2D01-34BB5D0F2C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Breast Cancer PRO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19608-1FB6-EF57-2B1F-B3792C3BDD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2/12/2025</a:t>
            </a:r>
          </a:p>
        </p:txBody>
      </p:sp>
    </p:spTree>
    <p:extLst>
      <p:ext uri="{BB962C8B-B14F-4D97-AF65-F5344CB8AC3E}">
        <p14:creationId xmlns:p14="http://schemas.microsoft.com/office/powerpoint/2010/main" val="2089977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DC5AE-2D2C-E0E2-0360-767937757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 Plans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7C81FE-EFE0-55E1-4881-F7C9231BE9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Generate a large dataset of EQLQ C30 for four breast cancer study. We will start from the first study.</a:t>
            </a:r>
          </a:p>
          <a:p>
            <a:r>
              <a:rPr lang="en-US" dirty="0"/>
              <a:t>2. Using the dataset to perform disease progression model analyses and answer clinical questions:</a:t>
            </a:r>
          </a:p>
          <a:p>
            <a:pPr lvl="1"/>
            <a:r>
              <a:rPr lang="en-US" dirty="0"/>
              <a:t>PRO associations with patient survival</a:t>
            </a:r>
          </a:p>
          <a:p>
            <a:pPr lvl="1"/>
            <a:r>
              <a:rPr lang="en-US" dirty="0"/>
              <a:t>PRO associations with patient metastatic organs and new metastases time</a:t>
            </a:r>
          </a:p>
          <a:p>
            <a:pPr lvl="1"/>
            <a:r>
              <a:rPr lang="en-US" dirty="0"/>
              <a:t>Other key clinical questions</a:t>
            </a:r>
          </a:p>
        </p:txBody>
      </p:sp>
    </p:spTree>
    <p:extLst>
      <p:ext uri="{BB962C8B-B14F-4D97-AF65-F5344CB8AC3E}">
        <p14:creationId xmlns:p14="http://schemas.microsoft.com/office/powerpoint/2010/main" val="1985950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DDFF-8411-9302-6155-175E64DFD3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Generate EQLQ dataset for Breast_Celgene_2001_107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BDB6E5-3DDA-D1A9-EC19-BCDDFC95BD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2/12/2025</a:t>
            </a:r>
          </a:p>
        </p:txBody>
      </p:sp>
    </p:spTree>
    <p:extLst>
      <p:ext uri="{BB962C8B-B14F-4D97-AF65-F5344CB8AC3E}">
        <p14:creationId xmlns:p14="http://schemas.microsoft.com/office/powerpoint/2010/main" val="426682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C9A0A-1D8D-1F5D-814F-4CA505DE9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Check raw dataset and find the location of the variables we plan to include.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B01B4-B890-6AE6-BC20-B27E9F3AD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Raw dataset are in SAS format stored in Data folder</a:t>
            </a:r>
          </a:p>
          <a:p>
            <a:r>
              <a:rPr lang="en-US" dirty="0"/>
              <a:t>Use the sample codes – 01_datachek.R to check what variables are included in each SAS dataset </a:t>
            </a:r>
          </a:p>
          <a:p>
            <a:r>
              <a:rPr lang="en-US" dirty="0"/>
              <a:t>Find the matched information in </a:t>
            </a:r>
            <a:r>
              <a:rPr lang="en-US" dirty="0" err="1"/>
              <a:t>Data_spec</a:t>
            </a:r>
            <a:r>
              <a:rPr lang="en-US" dirty="0"/>
              <a:t> sheet (just make sure you understand the locations of variables in </a:t>
            </a:r>
            <a:r>
              <a:rPr lang="en-US" dirty="0" err="1"/>
              <a:t>Data_spec</a:t>
            </a:r>
            <a:r>
              <a:rPr lang="en-US" dirty="0"/>
              <a:t>)</a:t>
            </a:r>
          </a:p>
          <a:p>
            <a:r>
              <a:rPr lang="en-US" dirty="0"/>
              <a:t>The final dataset variables are in </a:t>
            </a:r>
            <a:r>
              <a:rPr lang="en-US" dirty="0" err="1"/>
              <a:t>Data_spec</a:t>
            </a:r>
            <a:r>
              <a:rPr lang="en-US" dirty="0"/>
              <a:t> excel sheet.</a:t>
            </a:r>
          </a:p>
          <a:p>
            <a:r>
              <a:rPr lang="en-US" dirty="0"/>
              <a:t>Details of each variables definitions are in </a:t>
            </a:r>
            <a:r>
              <a:rPr lang="en-US" dirty="0" err="1"/>
              <a:t>RawData</a:t>
            </a:r>
            <a:r>
              <a:rPr lang="en-US" dirty="0"/>
              <a:t> </a:t>
            </a:r>
            <a:r>
              <a:rPr lang="en-US"/>
              <a:t>instructions folder.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085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85F2A-D414-1EBA-E0CD-2C025AFDE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Understand the dataset format and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34F1D-53D2-CDED-23C4-FE576DE64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sample dataset:</a:t>
            </a:r>
          </a:p>
          <a:p>
            <a:pPr lvl="1"/>
            <a:r>
              <a:rPr lang="en-US" dirty="0" err="1"/>
              <a:t>PROdata</a:t>
            </a:r>
            <a:r>
              <a:rPr lang="en-US" dirty="0"/>
              <a:t> is a preliminary dataset I generated for this study, it lacks individual question score, baseline of individual question score, and covariates (age, gender, ….)</a:t>
            </a:r>
          </a:p>
          <a:p>
            <a:pPr lvl="1"/>
            <a:r>
              <a:rPr lang="en-US" dirty="0"/>
              <a:t>Merck_Lung_9188_Data_15SEP2024: this dataset has the format as the final dataset we plan to generate.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Make sure you understand the data structure, for example, covariate data will be consistent for each subject, but each DV at a different time point is one separate row.</a:t>
            </a:r>
          </a:p>
        </p:txBody>
      </p:sp>
    </p:spTree>
    <p:extLst>
      <p:ext uri="{BB962C8B-B14F-4D97-AF65-F5344CB8AC3E}">
        <p14:creationId xmlns:p14="http://schemas.microsoft.com/office/powerpoint/2010/main" val="2535069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0B02E-7A9A-D3E1-466E-18326A0BA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Generate dataset in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6402A-E104-8A4E-EF3F-8CB29D359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Go to the sample codes folder</a:t>
            </a:r>
          </a:p>
          <a:p>
            <a:pPr lvl="1"/>
            <a:r>
              <a:rPr lang="en-US" dirty="0"/>
              <a:t>01_datacheck.R help check raw dataset variables</a:t>
            </a:r>
          </a:p>
          <a:p>
            <a:pPr lvl="1"/>
            <a:r>
              <a:rPr lang="en-US" dirty="0"/>
              <a:t>02_ana_data: codes to include PRO data (key data) – need to modify to fit this study</a:t>
            </a:r>
          </a:p>
          <a:p>
            <a:pPr lvl="1"/>
            <a:r>
              <a:rPr lang="en-US" dirty="0"/>
              <a:t>02_data: codes to generate total score for this study. </a:t>
            </a:r>
          </a:p>
          <a:p>
            <a:pPr lvl="1"/>
            <a:r>
              <a:rPr lang="en-US" dirty="0"/>
              <a:t>03_COVdata: how to incorporate covariates data.</a:t>
            </a:r>
          </a:p>
          <a:p>
            <a:pPr lvl="1"/>
            <a:endParaRPr lang="en-US" dirty="0"/>
          </a:p>
          <a:p>
            <a:r>
              <a:rPr lang="en-US" dirty="0"/>
              <a:t>The variables/data need to be collected are in </a:t>
            </a:r>
            <a:r>
              <a:rPr lang="en-US" dirty="0" err="1"/>
              <a:t>data_spec</a:t>
            </a:r>
            <a:r>
              <a:rPr lang="en-US" dirty="0"/>
              <a:t>. Make sure you also fill in the Unit and Source of the </a:t>
            </a:r>
            <a:r>
              <a:rPr lang="en-US" dirty="0" err="1"/>
              <a:t>data_spect</a:t>
            </a:r>
            <a:r>
              <a:rPr lang="en-US" dirty="0"/>
              <a:t> form. Unit is the unit of the variable you collected, if no unit, write NA.</a:t>
            </a:r>
          </a:p>
          <a:p>
            <a:pPr marL="0" indent="0">
              <a:buNone/>
            </a:pPr>
            <a:r>
              <a:rPr lang="en-US" dirty="0"/>
              <a:t>Source is the raw dataset name this variable is from. For example, DV, TIME, B01-B31 are all from </a:t>
            </a:r>
            <a:r>
              <a:rPr lang="en-US" dirty="0" err="1"/>
              <a:t>eqlq</a:t>
            </a:r>
            <a:r>
              <a:rPr lang="en-US" dirty="0"/>
              <a:t>  source.</a:t>
            </a:r>
          </a:p>
        </p:txBody>
      </p:sp>
    </p:spTree>
    <p:extLst>
      <p:ext uri="{BB962C8B-B14F-4D97-AF65-F5344CB8AC3E}">
        <p14:creationId xmlns:p14="http://schemas.microsoft.com/office/powerpoint/2010/main" val="2763790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2A5CC-3EA8-3836-7167-F00A04DB2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49C7C-8703-4928-CC11-B6C715423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2002"/>
            <a:ext cx="10515600" cy="4351338"/>
          </a:xfrm>
        </p:spPr>
        <p:txBody>
          <a:bodyPr/>
          <a:lstStyle/>
          <a:p>
            <a:r>
              <a:rPr lang="en-US" dirty="0"/>
              <a:t>Baseline variables (lab values): use the </a:t>
            </a:r>
          </a:p>
          <a:p>
            <a:r>
              <a:rPr lang="en-US" dirty="0"/>
              <a:t>Do not modify the </a:t>
            </a:r>
            <a:r>
              <a:rPr lang="en-US" dirty="0" err="1"/>
              <a:t>sharefolder</a:t>
            </a:r>
            <a:r>
              <a:rPr lang="en-US" dirty="0"/>
              <a:t>, but please download the </a:t>
            </a:r>
            <a:r>
              <a:rPr lang="en-US" dirty="0" err="1"/>
              <a:t>sharefolder</a:t>
            </a:r>
            <a:r>
              <a:rPr lang="en-US" dirty="0"/>
              <a:t> to your laptop and do the work in your laptop.</a:t>
            </a:r>
          </a:p>
          <a:p>
            <a:r>
              <a:rPr lang="en-US" dirty="0"/>
              <a:t>Once finish, please upload the R scripts and final dataset in a folder “</a:t>
            </a:r>
            <a:r>
              <a:rPr lang="en-US" dirty="0" err="1"/>
              <a:t>finaldata</a:t>
            </a:r>
            <a:r>
              <a:rPr lang="en-US" dirty="0"/>
              <a:t>” to the same </a:t>
            </a:r>
            <a:r>
              <a:rPr lang="en-US" dirty="0" err="1"/>
              <a:t>sharefolder</a:t>
            </a:r>
            <a:r>
              <a:rPr lang="en-US" dirty="0"/>
              <a:t>.</a:t>
            </a:r>
          </a:p>
          <a:p>
            <a:r>
              <a:rPr lang="en-US" dirty="0"/>
              <a:t>Try to organize the R scripts, and make sure you have comments and note to document the rationale for each step – easy to QC.</a:t>
            </a:r>
          </a:p>
          <a:p>
            <a:r>
              <a:rPr lang="en-US" dirty="0"/>
              <a:t>If you can do everything in one R script. </a:t>
            </a:r>
          </a:p>
          <a:p>
            <a:r>
              <a:rPr lang="en-US" dirty="0"/>
              <a:t>One extra reading is provided to describe this clinical trial.</a:t>
            </a:r>
          </a:p>
        </p:txBody>
      </p:sp>
    </p:spTree>
    <p:extLst>
      <p:ext uri="{BB962C8B-B14F-4D97-AF65-F5344CB8AC3E}">
        <p14:creationId xmlns:p14="http://schemas.microsoft.com/office/powerpoint/2010/main" val="6836977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619</Words>
  <Application>Microsoft Office PowerPoint</Application>
  <PresentationFormat>Widescreen</PresentationFormat>
  <Paragraphs>51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Zhou Lab Policy</vt:lpstr>
      <vt:lpstr>Policy</vt:lpstr>
      <vt:lpstr>Breast Cancer PRO Project</vt:lpstr>
      <vt:lpstr>Study Plans</vt:lpstr>
      <vt:lpstr>Generate EQLQ dataset for Breast_Celgene_2001_107</vt:lpstr>
      <vt:lpstr>1. Check raw dataset and find the location of the variables we plan to include.</vt:lpstr>
      <vt:lpstr>2. Understand the dataset format and structure</vt:lpstr>
      <vt:lpstr>3. Generate dataset in R</vt:lpstr>
      <vt:lpstr>Tips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Zhou, Jiawei</dc:creator>
  <cp:lastModifiedBy>Zhou, Jiawei</cp:lastModifiedBy>
  <cp:revision>1</cp:revision>
  <dcterms:created xsi:type="dcterms:W3CDTF">2025-02-12T13:49:37Z</dcterms:created>
  <dcterms:modified xsi:type="dcterms:W3CDTF">2025-02-12T16:16:43Z</dcterms:modified>
</cp:coreProperties>
</file>